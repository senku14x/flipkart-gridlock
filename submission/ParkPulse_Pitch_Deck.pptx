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visibility gap in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the data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pipeline, three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unglamorous work that makes the rest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heart of it. A cell must be bad on several axes to rank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toggle is the wow moment. Demo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map is nice; an officer needs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persuasion slide. Lead with the night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 leadership remembers.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Proactive, not just descriptive.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genuine ML, and we are honest about its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second, cleaner ML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insight to a deployable, costed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reward candor; so does anyone deploying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deployability and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000" b="1">
                <a:solidFill>
                  <a:srgbClr val="E4572E"/>
                </a:solidFill>
              </a:defRPr>
            </a:pPr>
            <a:r>
              <a:t>ParkPulse</a:t>
            </a:r>
          </a:p>
          <a:p>
            <a:pPr>
              <a:spcAft>
                <a:spcPts val="1000"/>
              </a:spcAft>
              <a:defRPr sz="2400" b="0">
                <a:solidFill>
                  <a:srgbClr val="1B2A4A"/>
                </a:solidFill>
              </a:defRPr>
            </a:pPr>
            <a:r>
              <a:t>Find the parking that actually chokes traffic, and patrol it first.</a:t>
            </a:r>
          </a:p>
          <a:p>
            <a:pPr>
              <a:spcAft>
                <a:spcPts val="1000"/>
              </a:spcAft>
              <a:defRPr sz="1400" b="0">
                <a:solidFill>
                  <a:srgbClr val="555F70"/>
                </a:solidFill>
              </a:defRPr>
            </a:pPr>
            <a:r>
              <a:t>Gridlock Hackathon 2.0 (Flipkart), Round 2   |   Poor Visibility on Parking-Induced Congestion</a:t>
            </a:r>
          </a:p>
          <a:p>
            <a:pPr>
              <a:spcAft>
                <a:spcPts val="1000"/>
              </a:spcAft>
              <a:defRPr sz="1600" b="1">
                <a:solidFill>
                  <a:srgbClr val="1B2A4A"/>
                </a:solidFill>
              </a:defRPr>
            </a:pPr>
            <a:r>
              <a:t>Team Spectres   ·   Kavya Mahajan, Aarav Harshvardhan, Souhardyo Dasgupta, Vishesh Gupta</a:t>
            </a:r>
          </a:p>
          <a:p>
            <a:pPr>
              <a:spcAft>
                <a:spcPts val="1000"/>
              </a:spcAft>
              <a:defRPr sz="1400" b="0">
                <a:solidFill>
                  <a:srgbClr val="E4572E"/>
                </a:solidFill>
              </a:defRPr>
            </a:pPr>
            <a:r>
              <a:t>Demo: https://flipkart-gridlock-gamma.vercel.app/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Bengaluru logs thousands of parking violations a day, but the feed shows where TICKETS are written, not where parking actually blocks traffic.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Those are different places: a lane that catches a daily pre-dawn sweep can out-ticket the junction that jams a main road every evening.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Enforcement is reactive and patrol-based, with no impact heatmap and no way to prioritize.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Goal: tell an officer where, when, and at what cost to deploy, and how many patrols it takes.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data we have (and don't)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298,445 real violation records, 151 days (Nov 2023 to Apr 2024), 54 police stations.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Per record: location, violation type, vehicle type, timestamps.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Missing: no traffic speeds, volumes, or travel times, so congestion impact must be DERIVED, not looked up.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Confound: a violation is logged only when a patrol is present. A daily 4-5am sweep is 15% of all records.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So recorded violations are roughly parking demand times patrol presence, and the recorded hour reflects shifts, not congestion.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Our approach: see, understand,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SEE: an impact-weighted hotspot map and a ranked shortlist of zones.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UNDERSTAND: what the congestion costs, where effort is misallocated, which spots are worsening.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ACT: a forecaster, a false-report triage model, and a patrol optimizer that outputs a costed plan.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Runs on the cleaned data with no live feed, and is built to absorb one when it exists.</a:t>
            </a:r>
          </a:p>
        </p:txBody>
      </p:sp>
      <p:pic>
        <p:nvPicPr>
          <p:cNvPr id="5" name="Picture 4" descr="fi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754880" cy="1976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How we build it: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Convert timestamps UTC to IST. Without this, rush-hour analysis is 5.5 hours wrong.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Map each violation type to an obstruction weight (how much it blocks the carriageway).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Map each vehicle to a PCU footprint: a double-parked bus counts far more than a scooter.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Weight each record by an EXOGENOUS road-utilization curve by hour. This injects traffic flow without a feed and dodges the confound.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Aggregate to H3 res-9 cells (about 150 m): 2,534 hotspot cells. Build the core on approved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Congestion Impact Score (0 to 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score = 100 x (Volume x Intensity x Exposure x Persistence) ^ 1/4, a geometric mean of percentile ranks.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Volume: how many violations, shrunk so a single-event fluke can't top the list.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Intensity: how obstructive the typical violation is (carriageway, vehicle footprint, junction adjacency).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Exposure: how busy the road normally is. Persistence: how chronic the spot is.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1B2A4A"/>
                </a:solidFill>
              </a:defRPr>
            </a:pPr>
            <a:r>
              <a:t>•  Deliberately decoupled from a raw count (rank correlation 0.56). The top 1% of cells carry 35% of impact.</a:t>
            </a:r>
          </a:p>
        </p:txBody>
      </p:sp>
      <p:pic>
        <p:nvPicPr>
          <p:cNvPr id="5" name="Picture 4" descr="fig-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754880" cy="3277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impact map: watch the city re-rank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Every cell (about 150 m) is colored by its Congestion Impact Score.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Toggle raw count to impact: the pre-dawn-sweep clusters fade, the real chokepoints light up.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Hover any cell for its breakdown: the four axes, its estimated cost, and a rising or cooling tag.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The bright core is the known commercial belt: Shivajinagar, Majestic, City Market, Malleshwaram.</a:t>
            </a:r>
          </a:p>
        </p:txBody>
      </p:sp>
      <p:pic>
        <p:nvPicPr>
          <p:cNvPr id="5" name="Picture 4" descr="fig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754880" cy="4341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Ranked zones: where AND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The top 30 cells, each with its dominant violation, the streets involved, and an exposure-weighted window.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Validated without ground truth: face validity, where 20 of the top 20 are known chokepoints.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Stability: the ranking holds month to month (rank correlation about 0.75 to 0.86).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This is the ops payload: a shortlist an officer can act on tomorrow.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visibility gap: effort vs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Recorded violations double as a map of enforcement EFFORT.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Weight each by its impact unit (obstruction x PCU x utilization) to see what that effort actually buys.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The 4-5am sweep: 15% of effort, 4% of impact. The night window: 34% of effort, 8% of impact.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Peak hours are the reverse: 29% of effort, 50% of impact. ParkPulse redirects effort to where it matters.</a:t>
            </a:r>
          </a:p>
        </p:txBody>
      </p:sp>
      <p:pic>
        <p:nvPicPr>
          <p:cNvPr id="5" name="Picture 4" descr="fig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754880" cy="31867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Calibrate the physical delay-potential into vehicle-hours, then rupees, with a low / base / high band.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About 574 vehicle-hours of delay per day; roughly Rs 5.2 crore per year (base case).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The worst 20 cells carry 31% of the cost; just 58 cells carry half.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A first-order estimate, not a measurement. The relative concentration is robust to the assumptions.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Emerging hotspots: early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The score ranks where things are bad on average; this flags where they are getting WORSE.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Trend each cell's SHARE of citywide volume over the four full months, which detrends the citywide enforcement ramp.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227 cells are rising; 103 are both high-impact and rising, the priority set.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Honest: a rising trend can reflect shifting enforcement focus, so we call it rising activity.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Forecaster: the one model with real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Predict next-day violation intensity per cell on a strict temporal holdout (train Nov-Feb, test Mar-Apr).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A bake-off across the gradient-boosting family; LightGBM (Tweedie) wins.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Beats the seasonal-naive baseline by 36% on coverage@20; captures 72% of the oracle ceiling.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Honest ablation: 29 extra features and tuning did not beat the base set. The ceiling is the data, not the model.</a:t>
            </a:r>
          </a:p>
        </p:txBody>
      </p:sp>
      <p:pic>
        <p:nvPicPr>
          <p:cNvPr id="5" name="Picture 4" descr="fig-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754880" cy="28139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False-report triage: don't chase ghosts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About a third of reviewed reports are rejected on review.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A separate supervised model predicts which, from the report's own attributes (location, time, vehicle, type).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ROC-AUC 0.758 on a stratified holdout: real structure, not a base rate.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Flag the top 20% most-suspect and you catch 43% of all rejections at 64% precision, so patrols go to real problems.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Patrol optimizer +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A greedy max-coverage optimizer assigns N beats (a cell plus its H3 ring) to maximize impact covered.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Because the worst cells cluster, 20 beats cover 53% of citywide impact vs 47% for a naive top-N pick.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The slider also reports the rupee ROI: 20 patrols relieve roughly Rs 77k per day of delay.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Same fleet, more relief. It turns the analysis into a deployable plan with a number attached.</a:t>
            </a:r>
          </a:p>
        </p:txBody>
      </p:sp>
      <p:pic>
        <p:nvPicPr>
          <p:cNvPr id="5" name="Picture 4" descr="fig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754880" cy="32427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Honest about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No ground truth for impact: the score is an engineered index, validated by face validity and stability, never claimed as accuracy.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The enforcement confound: we weight by exogenous exposure, never the recorded hour.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The data can't see the evening (enforcement rarely works evenings), so we don't fake an hour-by-hour schedule.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Fusion-ready: a live speed feed turns the index into a learning model, with measured slowdown as the label.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Tech, impact,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Pipeline: Python (pandas, h3, scikit-learn, lightgbm). App: Next.js + deck.gl, fully static, on a CDN with no backend or API keys.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Live demo: https://flipkart-gridlock-gamma.vercel.app/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Impact today: a ranked, costed, where-and-when patrol plan with its ROI.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1B2A4A"/>
                </a:solidFill>
              </a:defRPr>
            </a:pPr>
            <a:r>
              <a:t>•  Next: plug in live speeds (a true impact label), the OSM road graph (flow-criticality), and patrol rosters (de-bias the confound).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