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lane that gets a daily pre-dawn sweep can collect more tickets than the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matters. We can see every violation, but we never see the actual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corrections drive everything. First, we don't trust the violation hour,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rank every cell on each of the four axes, then combine them. If the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the idea lands. Same city, two colorings. Watch the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map is nice, but an officer needs a list. So we hand them a shortlist with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supervised part, with real answers to check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Finally we make it actionable. Because the worst cells cluster, you don't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additions that turn the prioritisation into a business case and 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Being upfront here builds trust, with judges and with anyone who would deploy this. We never claim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isn't a notebook screenshot. It's a real site that renders 2,500 cells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Right now ParkPulse gives enforcement the prioritisation they're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6000" b="1">
                <a:solidFill>
                  <a:srgbClr val="E4572E"/>
                </a:solidFill>
              </a:defRPr>
            </a:pPr>
            <a:r>
              <a:t>ParkPulse</a:t>
            </a:r>
          </a:p>
          <a:p>
            <a:pPr>
              <a:spcAft>
                <a:spcPts val="1000"/>
              </a:spcAft>
              <a:defRPr sz="2400" b="0">
                <a:solidFill>
                  <a:srgbClr val="1B2A4A"/>
                </a:solidFill>
              </a:defRPr>
            </a:pPr>
            <a:r>
              <a:t>Find the parking that actually chokes traffic, and patrol it first.</a:t>
            </a:r>
          </a:p>
          <a:p>
            <a:pPr>
              <a:spcAft>
                <a:spcPts val="1000"/>
              </a:spcAft>
              <a:defRPr sz="1400" b="0">
                <a:solidFill>
                  <a:srgbClr val="555F70"/>
                </a:solidFill>
              </a:defRPr>
            </a:pPr>
            <a:r>
              <a:t>Gridlock Hackathon 2.0 (Flipkart), Round 2  |  Poor Visibility on Parking-Induced Congestion</a:t>
            </a:r>
          </a:p>
          <a:p>
            <a:pPr>
              <a:spcAft>
                <a:spcPts val="1000"/>
              </a:spcAft>
              <a:defRPr sz="1600" b="1">
                <a:solidFill>
                  <a:srgbClr val="1B2A4A"/>
                </a:solidFill>
              </a:defRPr>
            </a:pPr>
            <a:r>
              <a:t>Team Spectres  ·  Kavya Mahajan, Aarav Harshvardhan, Souhardyo Dasgupta, Vishesh Gupta</a:t>
            </a:r>
          </a:p>
          <a:p>
            <a:pPr>
              <a:spcAft>
                <a:spcPts val="1000"/>
              </a:spcAft>
              <a:defRPr sz="1400" b="0">
                <a:solidFill>
                  <a:srgbClr val="E4572E"/>
                </a:solidFill>
              </a:defRPr>
            </a:pPr>
            <a:r>
              <a:t>Demo: https://flipkart-gridlock-gamma.vercel.app/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Bengaluru logs thousands of parking violations every day.</a:t>
            </a:r>
          </a:p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But the feed shows where tickets get written, not where parking blocks traffic.</a:t>
            </a:r>
          </a:p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Those are not the same place.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</a:defRPr>
            </a:pPr>
            <a:r>
              <a:t>What we had to work with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298,445 real violation records, five months, the whole city.</a:t>
            </a:r>
          </a:p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Rich detail: location, vehicle, violation type, timestamps.</a:t>
            </a:r>
          </a:p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One thing missing: no traffic speeds, anywhere in the 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</a:defRPr>
            </a:pPr>
            <a:r>
              <a:t>The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A raw violation count is mostly "where patrols happen to be."</a:t>
            </a:r>
          </a:p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A daily 4–5am sweep alone is 15% of all records.</a:t>
            </a:r>
          </a:p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Real impact depends on how much a violation blocks a busy road, and how</a:t>
            </a:r>
          </a:p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often the same spot reoffends.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</a:defRPr>
            </a:pPr>
            <a:r>
              <a:t>The Congestion Impact Score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One score, 0 to 100, per cell (~150 m).</a:t>
            </a:r>
          </a:p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Built from four parts: volume × intensity × exposure × persistence.</a:t>
            </a:r>
          </a:p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Deliberately disagrees with a plain count (rank correlation 0.56).</a:t>
            </a:r>
          </a:p>
        </p:txBody>
      </p:sp>
      <p:pic>
        <p:nvPicPr>
          <p:cNvPr id="5" name="Picture 4" descr="fig-concen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846320" cy="334049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</a:defRPr>
            </a:pPr>
            <a:r>
              <a:t>See it re-rank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Toggle the map between raw density and impact.</a:t>
            </a:r>
          </a:p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Pre-dawn sweep clusters fade. Rush-hour chokepoints take over.</a:t>
            </a:r>
          </a:p>
        </p:txBody>
      </p:sp>
      <p:pic>
        <p:nvPicPr>
          <p:cNvPr id="5" name="Picture 4" descr="fig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846320" cy="442490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</a:defRPr>
            </a:pPr>
            <a:r>
              <a:t>From map to shortlist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The top 30 cells, ranked.</a:t>
            </a:r>
          </a:p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Each with its main violation, the streets involved, and a two-hour window.</a:t>
            </a:r>
          </a:p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Where and when, not just where.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</a:defRPr>
            </a:pPr>
            <a:r>
              <a:t>The forecasting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Forecasts next-day violations per cell. Trained on past months, tested on unseen ones.</a:t>
            </a:r>
          </a:p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Beats the standard seasonal baseline by 36% on next-day hit rate.</a:t>
            </a:r>
          </a:p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We tried 29 more features and heavier models. None beat the simple base set.</a:t>
            </a:r>
          </a:p>
        </p:txBody>
      </p:sp>
      <p:pic>
        <p:nvPicPr>
          <p:cNvPr id="5" name="Picture 4" descr="fig-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846320" cy="286802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</a:defRPr>
            </a:pPr>
            <a:r>
              <a:t>Turn it into a patrol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A greedy optimizer assigns N patrol beats for maximum impact covered.</a:t>
            </a:r>
          </a:p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20 patrols cover 53% of citywide impact, against 47% for a naive top-20.</a:t>
            </a:r>
          </a:p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Live slider: pick your fleet size, get the plan.</a:t>
            </a:r>
          </a:p>
        </p:txBody>
      </p:sp>
      <p:pic>
        <p:nvPicPr>
          <p:cNvPr id="5" name="Picture 4" descr="fig-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846320" cy="330508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</a:defRPr>
            </a:pPr>
            <a:r>
              <a:t>The cost, and two more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The cost: the impact score becomes ~Rs 5.2 crore/year of delay (vehicle-hours, with a band); the worst 20 cells carry 31% of it.</a:t>
            </a:r>
          </a:p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Rising hotspots: 227 cells are escalating faster than the city, an early warning before they entrench.</a:t>
            </a:r>
          </a:p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False-report triage: a second model (ROC-AUC 0.758) flags likely-rejected reports; flag the top 20% and you catch 43% of them.</a:t>
            </a:r>
          </a:p>
        </p:txBody>
      </p:sp>
      <p:pic>
        <p:nvPicPr>
          <p:cNvPr id="5" name="Picture 4" descr="fig-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846320" cy="324800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</a:defRPr>
            </a:pPr>
            <a:r>
              <a:t>Honest about 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No traffic speeds means the score is an estimate, not a measurement. We say so.</a:t>
            </a:r>
          </a:p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We validate by face validity (20 of the top 20 are known bad spots) and</a:t>
            </a:r>
          </a:p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month-to-month stability (ρ ≈ 0.75).</a:t>
            </a:r>
          </a:p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Fusion-ready: the day a speed feed exists, it becomes the training target and the</a:t>
            </a:r>
          </a:p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score becomes a learned model.</a:t>
            </a:r>
          </a:p>
        </p:txBody>
      </p:sp>
      <p:pic>
        <p:nvPicPr>
          <p:cNvPr id="5" name="Picture 4" descr="fig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846320" cy="201476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</a:defRPr>
            </a:pPr>
            <a: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A fast, static web app: Next.js + deck.gl + Recharts.</a:t>
            </a:r>
          </a:p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All compute is precomputed, so it runs on a CDN with no backend, no API keys.</a:t>
            </a:r>
          </a:p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Scales to any traffic, costs almost nothing to host.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B2A4A"/>
                </a:solidFill>
              </a:defRPr>
            </a:pPr>
            <a:r>
              <a:t>Impact and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Today: turns a noisy violation feed into a ranked where-and-when for patrols.</a:t>
            </a:r>
          </a:p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Next: plug in live speeds, an events calendar, and patrol rosters.</a:t>
            </a:r>
          </a:p>
          <a:p>
            <a:pPr>
              <a:spcAft>
                <a:spcPts val="1200"/>
              </a:spcAft>
              <a:defRPr sz="1900">
                <a:solidFill>
                  <a:srgbClr val="1B2A4A"/>
                </a:solidFill>
              </a:defRPr>
            </a:pPr>
            <a:r>
              <a:t>•  One sentence: send the next patrol where it relieves the most congestion.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